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CircuitFit Mobile Browser Review</a:t>
            </a:r>
          </a:p>
        </p:txBody>
      </p:sp>
      <p:pic>
        <p:nvPicPr>
          <p:cNvPr id="3" name="Picture 2" descr="10_mobile_webapp_screenshot_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64008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280160"/>
            <a:ext cx="42062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Review notes</a:t>
            </a:r>
          </a:p>
          <a:p>
            <a:pPr>
              <a:defRPr sz="1800"/>
            </a:pPr>
            <a:r>
              <a:t>Keep first screen simple</a:t>
            </a:r>
          </a:p>
          <a:p>
            <a:pPr>
              <a:defRPr sz="1800"/>
            </a:pPr>
            <a:r>
              <a:t>Mobile browser first</a:t>
            </a:r>
          </a:p>
          <a:p>
            <a:pPr>
              <a:defRPr sz="1800"/>
            </a:pPr>
            <a:r>
              <a:t>No mandatory login in MVP</a:t>
            </a:r>
          </a:p>
          <a:p>
            <a:pPr>
              <a:defRPr sz="1800"/>
            </a:pPr>
            <a:r>
              <a:t>Marketing wants share card concept</a:t>
            </a:r>
          </a:p>
          <a:p>
            <a:pPr>
              <a:defRPr sz="1800"/>
            </a:pPr>
            <a:r>
              <a:t>Confirm whether export/import is in scope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Decision Matrix - Draft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18288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Current 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Comment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No 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Approved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Keep beta low-friction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Persistence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Browser localStorage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Approved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Backend deferred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AI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Templates 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Approved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AI later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Leaderboard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Concept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Needs clarification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Do not implement yet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Wearable HR zones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Conflict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Requested in late email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